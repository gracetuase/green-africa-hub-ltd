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899410"/>
            <a:ext cx="1709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60"/>
              </a:lnSpc>
              <a:buNone/>
            </a:pPr>
            <a:r>
              <a:rPr lang="en-US" sz="5400" b="1" dirty="0">
                <a:solidFill>
                  <a:srgbClr val="1E5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Green Africa Hub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4004310"/>
            <a:ext cx="1709928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i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...Sustaining Heritage, Powering the Future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4884420"/>
            <a:ext cx="170992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4200" b="1" dirty="0">
                <a:solidFill>
                  <a:srgbClr val="1E5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Accounting Guide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5886450"/>
            <a:ext cx="1676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4091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Community Kitchen Businesses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7105650"/>
            <a:ext cx="1709928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650" dirty="0">
                <a:solidFill>
                  <a:srgbClr val="495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2026-03-26T13:16:06Z</dcterms:created>
  <dcterms:modified xsi:type="dcterms:W3CDTF">2026-03-26T13:16:06Z</dcterms:modified>
</cp:coreProperties>
</file>